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E6394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E63946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48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143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02920" y="2377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Attackers Exploit Databases — and How to Stop Them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971800"/>
            <a:ext cx="164592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1546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Candidate: Vignesh P  |  Roll No: 192424040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SQL Injection Attack &amp; Defense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SQL Injection?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144475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(SQLi) is a web security vulnerability that allows an attacker to interfere with the queries an application makes to its database. It is one of the most critical and widespread attacks in cybersecurity.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2377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4871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Critical Flaw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377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91840" y="24871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29184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web apps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to SQLi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2377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24871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$4M+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12648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breach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9319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documented in 1998 — still one of the most exploited vulnerabilities today.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SQL Injection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Login Query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61B2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5024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 WHERE username='admin' AND password='mypassword';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Injects Malicious Input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61B2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0545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 WHERE username='admin'--' AND password='anything';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entered:  </a:t>
            </a:r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admin'-- 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username. The  </a:t>
            </a:r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out the rest of the query, bypassing the password check entirely.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SQL Injection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170432"/>
          </a:xfrm>
          <a:prstGeom prst="roundRect">
            <a:avLst>
              <a:gd name="adj" fmla="val 703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164592" cy="1170432"/>
          </a:xfrm>
          <a:prstGeom prst="roundRect">
            <a:avLst>
              <a:gd name="adj" fmla="val 27778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24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In-Band SQLi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/ Error-Based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042416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type. Attacker uses the same channel to launch the attack and gather results. Error messages reveal database structure.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1170432"/>
          </a:xfrm>
          <a:prstGeom prst="roundRect">
            <a:avLst>
              <a:gd name="adj" fmla="val 703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31136"/>
            <a:ext cx="164592" cy="1170432"/>
          </a:xfrm>
          <a:prstGeom prst="roundRect">
            <a:avLst>
              <a:gd name="adj" fmla="val 27778"/>
            </a:avLst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225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SQLi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/ Time-Based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340864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is returned directly. Attacker asks true/false questions or causes delays (SLEEP) to infer database content bit by bit.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8412480" cy="1170432"/>
          </a:xfrm>
          <a:prstGeom prst="roundRect">
            <a:avLst>
              <a:gd name="adj" fmla="val 703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29584"/>
            <a:ext cx="164592" cy="1170432"/>
          </a:xfrm>
          <a:prstGeom prst="roundRect">
            <a:avLst>
              <a:gd name="adj" fmla="val 27778"/>
            </a:avLst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21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Out-of-Band SQLi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950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/ HTTP Exfiltration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63931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sent to an external server controlled by the attacker using database features like DNS lookups or HTTP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SQL Injection Attacks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868680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E6394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15568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058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Heartland Payment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million credit cards stolen — largest data breach at the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868680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84832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F0A500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103120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9933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35915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million password hashes leaked via SQLi on their servers.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8412480" cy="868680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72384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58A6FF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090672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98094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TalkTalk (UK)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34670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157,000 customer records stolen. Company fined £400,000.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8412480" cy="868680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59936"/>
            <a:ext cx="822960" cy="530352"/>
          </a:xfrm>
          <a:prstGeom prst="roundRect">
            <a:avLst>
              <a:gd name="adj" fmla="val 10345"/>
            </a:avLst>
          </a:prstGeom>
          <a:solidFill>
            <a:srgbClr val="2ECC71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078224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6849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33425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and creator earnings leaked via database injection.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&amp; Defense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Prepared Statements (Parameterized Queries)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161B2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4416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 ps = conn.prepareStatement("SELECT * FROM users WHERE username=? AND password=?");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ps.setString(1, username); ps.setString(2, password);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054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26700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or sanitize input containing SQL metacharacters like  '  ;  --  /*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2212848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054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58968" y="26700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accounts should only have permissions they absolutely need.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538728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313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6301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(Web App Firewall)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24128" y="39959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and blocks SQLi patterns in HTTP requests before they reach the DB.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3538728"/>
            <a:ext cx="4114800" cy="1170432"/>
          </a:xfrm>
          <a:prstGeom prst="roundRect">
            <a:avLst>
              <a:gd name="adj" fmla="val 703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83133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58968" y="36301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Pen Testing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58968" y="39959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tools like SQLMap to test your own apps for injection vulnerabilities.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SQL Injection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7840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78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Theft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can dump entire databases — usernames, passwords, emails, credit cards.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72821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9222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7922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Bypass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21122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forms bypassed without valid credentials — full admin access gained.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6060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1560" y="29260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INSERT, UPDATE, DELETE — attackers can modify or destroy all records in a database.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41985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4198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Code Execution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373989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SQLi can execute OS commands on the server using features like xp_cmdshell.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23367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4233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&amp; Legal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1560" y="45537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fines, lawsuits, loss of customer trust — lasting damage to any organization.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E63946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389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7043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" y="1298448"/>
            <a:ext cx="384048" cy="384048"/>
          </a:xfrm>
          <a:prstGeom prst="ellipse">
            <a:avLst/>
          </a:prstGeom>
          <a:solidFill>
            <a:srgbClr val="E63946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5488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23444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exploits unsanitized user input to manipulate database queries.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192024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" y="2048256"/>
            <a:ext cx="384048" cy="384048"/>
          </a:xfrm>
          <a:prstGeom prst="ellipse">
            <a:avLst/>
          </a:prstGeom>
          <a:solidFill>
            <a:srgbClr val="F0A500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2048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984248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#1 most critical web vulnerability (OWASP Top 10) since over a decade.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" y="267004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" y="2798064"/>
            <a:ext cx="384048" cy="384048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2734056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types: In-Band (classic), Blind (boolean/time), and Out-of-Band.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5760" y="341985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" y="3547872"/>
            <a:ext cx="384048" cy="384048"/>
          </a:xfrm>
          <a:prstGeom prst="ellipse">
            <a:avLst/>
          </a:prstGeom>
          <a:solidFill>
            <a:srgbClr val="E63946">
              <a:alpha val="8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" y="3483864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attacks have exposed hundreds of millions of records worldwide.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65760" y="416966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" y="4297680"/>
            <a:ext cx="384048" cy="384048"/>
          </a:xfrm>
          <a:prstGeom prst="ellipse">
            <a:avLst/>
          </a:prstGeom>
          <a:solidFill>
            <a:srgbClr val="2ECC71">
              <a:alpha val="8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5840" y="4233672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Prevention: use Prepared Statements, input validation, WAF, and regular pen testing.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Candidate: Vignesh P  |  192424040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 - Cybersecurity</dc:title>
  <dc:subject>PptxGenJS Presentation</dc:subject>
  <dc:creator>Vignesh P</dc:creator>
  <cp:lastModifiedBy>Vignesh P</cp:lastModifiedBy>
  <cp:revision>1</cp:revision>
  <dcterms:created xsi:type="dcterms:W3CDTF">2026-06-23T03:09:11Z</dcterms:created>
  <dcterms:modified xsi:type="dcterms:W3CDTF">2026-06-23T03:09:11Z</dcterms:modified>
</cp:coreProperties>
</file>