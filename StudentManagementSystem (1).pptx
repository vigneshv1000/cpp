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2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7081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74431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Management System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04446" y="1898161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C++ Application with Advanced OOP Concepts</a:t>
            </a:r>
            <a:endParaRPr lang="en-US" sz="24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C54262-44DB-1A81-712D-4BE90A1C9894}"/>
              </a:ext>
            </a:extLst>
          </p:cNvPr>
          <p:cNvSpPr txBox="1"/>
          <p:nvPr/>
        </p:nvSpPr>
        <p:spPr>
          <a:xfrm>
            <a:off x="6570785" y="4279314"/>
            <a:ext cx="24852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Abinesh M 192465050</a:t>
            </a:r>
          </a:p>
          <a:p>
            <a:r>
              <a:rPr lang="en-US" dirty="0">
                <a:solidFill>
                  <a:schemeClr val="bg1"/>
                </a:solidFill>
              </a:rPr>
              <a:t>Vignesh P 192424040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76A366-B078-430A-6E88-13F176281B82}"/>
              </a:ext>
            </a:extLst>
          </p:cNvPr>
          <p:cNvSpPr txBox="1"/>
          <p:nvPr/>
        </p:nvSpPr>
        <p:spPr>
          <a:xfrm>
            <a:off x="252046" y="3815862"/>
            <a:ext cx="533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DSA 0135 – Object Oriented C++ Programming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Dr. Smitha</a:t>
            </a:r>
          </a:p>
          <a:p>
            <a:r>
              <a:rPr lang="en-US" dirty="0">
                <a:solidFill>
                  <a:schemeClr val="bg1"/>
                </a:solidFill>
              </a:rPr>
              <a:t>Dr. Sarasu</a:t>
            </a: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Student Management System?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system to manage student records efficiently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Supports CRUD operations: Create, Read, Update, Delete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Demonstrates inheritance, polymorphism, and dynamic memory management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Built with modern C++ standards and best practices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3832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Includes file persistence and data validation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 &amp; Class Hierarchy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657600" cy="1097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(Base Class)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name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0" y="2286000"/>
            <a:ext cx="0" cy="457200"/>
          </a:xfrm>
          <a:prstGeom prst="line">
            <a:avLst/>
          </a:prstGeom>
          <a:noFill/>
          <a:ln w="25400">
            <a:solidFill>
              <a:srgbClr val="2129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743200"/>
            <a:ext cx="3657600" cy="1097280"/>
          </a:xfrm>
          <a:prstGeom prst="rect">
            <a:avLst/>
          </a:prstGeom>
          <a:solidFill>
            <a:srgbClr val="F0F4F8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9260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(Derived Class)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3375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gpa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email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Pointers support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10972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Virtual Functions: Polymorphic display()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15544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Encapsulation: Private, Protected, Public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20116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Dynamic Allocation: Using new/delete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24688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Operator Overloading: == and &gt; operators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Implementation - Part 1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BASE CLASS - INHERITANCE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Person {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protected: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id;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name;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Person(int i, string n) : id(i), name(n) {}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VIRTUAL FUNCTION - Polymorphism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virtual void display() const { ... }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virtual ~Person() {}  // VIRTUAL DESTRUCTOR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DERIVED CLASS - INHERITANCE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Student : public Person {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float gpa;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email;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CONSTRUCTORS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Student() : Person(0, "") {}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Student(int id, string n, float g, string e)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: Person(id, n), gpa(g), email(e) {}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Implementation - Part 2 &amp; Output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3891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OPERATOR OVERLOADING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bool operator==(int rollNum) const {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this-&gt;id == rollNum;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FUNCTION OVERRIDING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display() const override { ... }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DESTRUCTOR - Cleanup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~Student() { ... }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DYNAMIC MEMORY in main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vector&lt;Student*&gt; students;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Student* newStudent = new Student(1, "Abx", 9.2, "abx@iiitm.ac.in");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students.push_back(newStudent);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newStudent; // FREE MEMORY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0" y="1097280"/>
            <a:ext cx="3657600" cy="3474720"/>
          </a:xfrm>
          <a:prstGeom prst="rect">
            <a:avLst/>
          </a:prstGeom>
          <a:solidFill>
            <a:srgbClr val="21295C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0" y="1280160"/>
            <a:ext cx="3291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═══ Sample Output ═══</a:t>
            </a:r>
            <a:endParaRPr lang="en-US" sz="800" dirty="0"/>
          </a:p>
          <a:p>
            <a:pPr marL="0" indent="0" algn="l">
              <a:buNone/>
            </a:pP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Initialized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 No  Name    GPA   Email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─────────────────────────────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      Abx     9.20  abx@...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      Dev     8.50  dev@...</a:t>
            </a:r>
            <a:endParaRPr lang="en-US" sz="800" dirty="0"/>
          </a:p>
          <a:p>
            <a:pPr marL="0" indent="0" algn="l">
              <a:buNone/>
            </a:pP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 Search Result ---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 Number: 1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Abx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GPA: 9.20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Email: abx@iiitm.ac.in</a:t>
            </a:r>
            <a:endParaRPr lang="en-US" sz="800" dirty="0"/>
          </a:p>
          <a:p>
            <a:pPr marL="0" indent="0" algn="l">
              <a:buNone/>
            </a:pP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Operations: 5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Students: 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&amp; Results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777240"/>
          </a:xfrm>
          <a:prstGeom prst="rect">
            <a:avLst/>
          </a:prstGeom>
          <a:solidFill>
            <a:srgbClr val="F0F4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430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Management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allocation with new/delete, proper cleanup with destructors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0116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functions allow derived class to override base class behavior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8229600" cy="777240"/>
          </a:xfrm>
          <a:prstGeom prst="rect">
            <a:avLst/>
          </a:prstGeom>
          <a:solidFill>
            <a:srgbClr val="F0F4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8803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15468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hiding with private/protected members, public accessors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703320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7490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402336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vector-based storage, fast search with pointer dereferencing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Person Class (Base)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2926080"/>
          </a:xfrm>
          <a:prstGeom prst="rect">
            <a:avLst/>
          </a:prstGeom>
          <a:solidFill>
            <a:srgbClr val="F0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Define common attributes: id, name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Provide virtual display() method for polymorphism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651760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Implement virtual destructor for proper cleanup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063240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protected members for inheritance access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474720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Constructor initializes base member variables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42062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Concept: Base class abstraction enables type hierarchy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2: Student Class (Derived)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2926080"/>
          </a:xfrm>
          <a:prstGeom prst="rect">
            <a:avLst/>
          </a:prstGeom>
          <a:solidFill>
            <a:srgbClr val="F0F4F8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Inherit from Person class (public inheritance)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22199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specialized attributes: gpa, email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61518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Override display() for custom formatting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008376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Implement operator overloading: ==, &gt;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40156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Support copy constructor for deep copying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7947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Manage student-specific CRUD operations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42062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Concept: Derived class extends base with specialized behavior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Student Management System demonstrates all major C++ OOP concepts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Inheritance enables code reuse and type hierarchy creation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Virtual functions provide runtime polymorphism flexibility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Pointers and dynamic memory enable efficient resource management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Operator overloading makes code more intuitive and readable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4747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Real-world application with practical CRUD operations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4389120"/>
            <a:ext cx="82296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672</Words>
  <Application>Microsoft Office PowerPoint</Application>
  <PresentationFormat>On-screen Show (16:9)</PresentationFormat>
  <Paragraphs>128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Abinesh Manoharan</cp:lastModifiedBy>
  <cp:revision>2</cp:revision>
  <dcterms:created xsi:type="dcterms:W3CDTF">2026-06-15T07:20:35Z</dcterms:created>
  <dcterms:modified xsi:type="dcterms:W3CDTF">2026-06-15T07:24:01Z</dcterms:modified>
</cp:coreProperties>
</file>