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6329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6035040" y="237744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960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137160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Platform for Crowdsourced Ocean Hazard Reporting and Social Media Analytics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85800" y="32461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citizen ground-truth, public social media signals, and INCOIS early warning systems on one real-time platform.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" y="4526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8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VIGNESH.P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8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PRADEEP.G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8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PRANAV.S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410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514807"/>
            <a:ext cx="241402" cy="241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INCOIS &amp; The Gap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3152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INCOIS Provides Today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87452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information &amp; advisory services under the Ministry of Earth Sciences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warnings for tsunamis, storm surges, high waves, swell surges, coastal currents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satellite data, ocean buoys, tide gauges, and numerical models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4ED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0" y="187452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channel for real-time citizen / community field observations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validation of warnings is delayed or unavailable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Hazard-related public discussion on social media remains unanalyzed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410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514807"/>
            <a:ext cx="241402" cy="241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1377086"/>
            <a:ext cx="263347" cy="2633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1978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citizen reporting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160520" y="119786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tides, flooding, or coastal damage observed by locals are never captured systematically.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2103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2245766"/>
            <a:ext cx="263347" cy="2633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0665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insight goes untapped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160520" y="206654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Eyewitness posts, images, and warnings on Twitter/X, Facebook, and YouTube are never analyzed.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86" y="3114446"/>
            <a:ext cx="263347" cy="26334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29352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ground-truth validation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4160520" y="293522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 and sensor-based warnings lack fast, real-world confirmation from the field.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286" y="3983126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80160" y="38039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consolidated real-time view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4160520" y="380390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Responders have no single dashboard combining field reports, verified incidents, and public sentiment.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86410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514807"/>
            <a:ext cx="241402" cy="241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— How It Works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21792" y="13990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" y="1529791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2344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Reports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" y="2313432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621792" y="247802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51" y="2608783"/>
            <a:ext cx="241402" cy="2414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313432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57200" y="3392424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621792" y="355701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551" y="3687775"/>
            <a:ext cx="241402" cy="24140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392424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INCOIS Warning Data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2697480" y="22402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2"/>
          <p:cNvSpPr/>
          <p:nvPr/>
        </p:nvSpPr>
        <p:spPr>
          <a:xfrm>
            <a:off x="3337560" y="1600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65A82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3"/>
          <p:cNvSpPr/>
          <p:nvPr/>
        </p:nvSpPr>
        <p:spPr>
          <a:xfrm>
            <a:off x="4251960" y="1783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8381" y="1949501"/>
            <a:ext cx="307238" cy="30723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52044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3520440" y="29992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Aggregates, classifies &amp; visualizes hazard signals in real time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897880" y="22402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4" name="Shape 17"/>
          <p:cNvSpPr/>
          <p:nvPr/>
        </p:nvSpPr>
        <p:spPr>
          <a:xfrm>
            <a:off x="6492240" y="1600200"/>
            <a:ext cx="21945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7178040" y="1783080"/>
            <a:ext cx="640080" cy="640080"/>
          </a:xfrm>
          <a:prstGeom prst="ellipse">
            <a:avLst/>
          </a:prstGeom>
          <a:solidFill>
            <a:srgbClr val="E8602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4461" y="1949501"/>
            <a:ext cx="307238" cy="30723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29400" y="2514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Dashboard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Alerts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629400" y="29992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Hotspots &amp; notifications for officials and analysts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keeps Citizens, Officials, and Analysts each working within the right view and permissions.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86410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514807"/>
            <a:ext cx="241402" cy="241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44475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3075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Geotagged Reporting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1920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Photo/video hazard reports with automatic location capture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268980" y="11430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3451860" y="13258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732" y="144475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46220" y="13075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451860" y="1920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views &amp; permissions for Citizens, Officials, Analysts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080760" y="11430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6263640" y="13258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144475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13075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Dashboard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263640" y="1920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overlay of crowd reports and social signals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57200" y="28803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318211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30449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Hotspots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3657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report density &amp; keyword frequency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3268980" y="28803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19"/>
          <p:cNvSpPr/>
          <p:nvPr/>
        </p:nvSpPr>
        <p:spPr>
          <a:xfrm>
            <a:off x="3451860" y="3063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0732" y="3182112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046220" y="30449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Analytics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3451860" y="3657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classification, sentiment &amp; urgency from social media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6080760" y="28803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3"/>
          <p:cNvSpPr/>
          <p:nvPr/>
        </p:nvSpPr>
        <p:spPr>
          <a:xfrm>
            <a:off x="6263640" y="3063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3182112"/>
            <a:ext cx="219456" cy="21945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858000" y="30449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&amp; Offline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6263640" y="3657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language UI with offline-first mobile capture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86410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514807"/>
            <a:ext cx="241402" cy="241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Engine Pipeline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051560" y="2331720"/>
            <a:ext cx="7040880" cy="0"/>
          </a:xfrm>
          <a:prstGeom prst="line">
            <a:avLst/>
          </a:prstGeom>
          <a:noFill/>
          <a:ln w="25400">
            <a:solidFill>
              <a:srgbClr val="B9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62940" y="19431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22" y="2145182"/>
            <a:ext cx="373075" cy="3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74320" y="331012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&amp; location-based social queries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423160" y="19431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5242" y="2145182"/>
            <a:ext cx="373075" cy="3730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03454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034540" y="331012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language detection &amp; translation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183380" y="19431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5462" y="2145182"/>
            <a:ext cx="373075" cy="3730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79476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Classification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3794760" y="331012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hazard-relevant posts &amp; comments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5943600" y="19431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5682" y="2145182"/>
            <a:ext cx="373075" cy="3730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55498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Urgency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554980" y="331012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panic, distress &amp; severity signals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7703820" y="19431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902" y="2145182"/>
            <a:ext cx="373075" cy="37307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31520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&amp; Trend Extraction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7315200" y="331012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places &amp; emerging hazard topics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86410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514807"/>
            <a:ext cx="241402" cy="241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Dashboard &amp; Dynamic Hotspots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overlay of crowd reports and social media activity on one map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Hotspots sized by report density and hazard-keyword frequency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location, event type, date range, and data source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detail view for rapid official verification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0" y="1188720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DCEEF2"/>
          </a:solidFill>
          <a:ln w="12700">
            <a:solidFill>
              <a:srgbClr val="C3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120640" y="1645920"/>
            <a:ext cx="914400" cy="914400"/>
          </a:xfrm>
          <a:prstGeom prst="ellipse">
            <a:avLst/>
          </a:prstGeom>
          <a:solidFill>
            <a:srgbClr val="E8602C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675120" y="2194560"/>
            <a:ext cx="1280160" cy="1280160"/>
          </a:xfrm>
          <a:prstGeom prst="ellipse">
            <a:avLst/>
          </a:prstGeom>
          <a:solidFill>
            <a:srgbClr val="E8602C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589520" y="1554480"/>
            <a:ext cx="640080" cy="640080"/>
          </a:xfrm>
          <a:prstGeom prst="ellipse">
            <a:avLst/>
          </a:prstGeom>
          <a:solidFill>
            <a:srgbClr val="E8602C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669280" y="3291840"/>
            <a:ext cx="822960" cy="822960"/>
          </a:xfrm>
          <a:prstGeom prst="ellipse">
            <a:avLst/>
          </a:prstGeom>
          <a:solidFill>
            <a:srgbClr val="E8602C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315200" y="3566160"/>
            <a:ext cx="548640" cy="548640"/>
          </a:xfrm>
          <a:prstGeom prst="ellipse">
            <a:avLst/>
          </a:prstGeom>
          <a:solidFill>
            <a:srgbClr val="E8602C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828800"/>
            <a:ext cx="320040" cy="32004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560320"/>
            <a:ext cx="320040" cy="320040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56616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72000" y="4553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intensity = report volume + keyword frequency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86410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514807"/>
            <a:ext cx="241402" cy="241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170432" y="130759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814" y="1435974"/>
            <a:ext cx="237012" cy="237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18928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48640" y="21854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React Native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560320" y="11430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3273552" y="130759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934" y="1435974"/>
            <a:ext cx="237012" cy="2370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651760" y="18928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2651760" y="21854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/ Next.js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663440" y="11430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5376672" y="130759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5054" y="1435974"/>
            <a:ext cx="237012" cy="2370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54880" y="18928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754880" y="21854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Python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766560" y="11430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7479792" y="130759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8174" y="1435974"/>
            <a:ext cx="237012" cy="2370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58000" y="18928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6858000" y="21854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457200" y="26974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19"/>
          <p:cNvSpPr/>
          <p:nvPr/>
        </p:nvSpPr>
        <p:spPr>
          <a:xfrm>
            <a:off x="1170432" y="286207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8814" y="2990454"/>
            <a:ext cx="237012" cy="23701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8640" y="3447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548640" y="37398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/ Transformers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2560320" y="26974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3"/>
          <p:cNvSpPr/>
          <p:nvPr/>
        </p:nvSpPr>
        <p:spPr>
          <a:xfrm>
            <a:off x="3273552" y="286207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1934" y="2990454"/>
            <a:ext cx="237012" cy="23701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2651760" y="3447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250" dirty="0"/>
          </a:p>
        </p:txBody>
      </p:sp>
      <p:sp>
        <p:nvSpPr>
          <p:cNvPr id="34" name="Text 25"/>
          <p:cNvSpPr/>
          <p:nvPr/>
        </p:nvSpPr>
        <p:spPr>
          <a:xfrm>
            <a:off x="2651760" y="37398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/ Mapbox</a:t>
            </a:r>
            <a:endParaRPr lang="en-US" sz="950" dirty="0"/>
          </a:p>
        </p:txBody>
      </p:sp>
      <p:sp>
        <p:nvSpPr>
          <p:cNvPr id="35" name="Shape 26"/>
          <p:cNvSpPr/>
          <p:nvPr/>
        </p:nvSpPr>
        <p:spPr>
          <a:xfrm>
            <a:off x="4663440" y="26974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27"/>
          <p:cNvSpPr/>
          <p:nvPr/>
        </p:nvSpPr>
        <p:spPr>
          <a:xfrm>
            <a:off x="5376672" y="286207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5054" y="2990454"/>
            <a:ext cx="237012" cy="23701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4754880" y="3447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APIs</a:t>
            </a:r>
            <a:endParaRPr lang="en-US" sz="1250" dirty="0"/>
          </a:p>
        </p:txBody>
      </p:sp>
      <p:sp>
        <p:nvSpPr>
          <p:cNvPr id="39" name="Text 29"/>
          <p:cNvSpPr/>
          <p:nvPr/>
        </p:nvSpPr>
        <p:spPr>
          <a:xfrm>
            <a:off x="4754880" y="37398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Twitter/X, FB, YouTube</a:t>
            </a:r>
            <a:endParaRPr lang="en-US" sz="950" dirty="0"/>
          </a:p>
        </p:txBody>
      </p:sp>
      <p:sp>
        <p:nvSpPr>
          <p:cNvPr id="40" name="Shape 30"/>
          <p:cNvSpPr/>
          <p:nvPr/>
        </p:nvSpPr>
        <p:spPr>
          <a:xfrm>
            <a:off x="6766560" y="26974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EF2"/>
            </a:solidFill>
            <a:prstDash val="solid"/>
          </a:ln>
          <a:effectLst>
            <a:outerShdw blurRad="88900" dist="25400" dir="5400000" algn="bl" rotWithShape="0">
              <a:srgbClr val="0B2538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1"/>
          <p:cNvSpPr/>
          <p:nvPr/>
        </p:nvSpPr>
        <p:spPr>
          <a:xfrm>
            <a:off x="7479792" y="286207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8174" y="2990454"/>
            <a:ext cx="237012" cy="237012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858000" y="3447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44" name="Text 33"/>
          <p:cNvSpPr/>
          <p:nvPr/>
        </p:nvSpPr>
        <p:spPr>
          <a:xfrm>
            <a:off x="6858000" y="37398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Kubernetes</a:t>
            </a:r>
            <a:endParaRPr lang="en-US" sz="950" dirty="0"/>
          </a:p>
        </p:txBody>
      </p:sp>
      <p:sp>
        <p:nvSpPr>
          <p:cNvPr id="45" name="Text 34"/>
          <p:cNvSpPr/>
          <p:nvPr/>
        </p:nvSpPr>
        <p:spPr>
          <a:xfrm>
            <a:off x="86410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514807"/>
            <a:ext cx="241402" cy="241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051560" y="2331720"/>
            <a:ext cx="7040880" cy="0"/>
          </a:xfrm>
          <a:prstGeom prst="line">
            <a:avLst/>
          </a:prstGeom>
          <a:noFill/>
          <a:ln w="25400">
            <a:solidFill>
              <a:srgbClr val="B9D7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86968" y="169164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62940" y="19431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22" y="2145182"/>
            <a:ext cx="373075" cy="3730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74320" y="331012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architecture &amp; DB schema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647188" y="169164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423160" y="19431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5242" y="2145182"/>
            <a:ext cx="373075" cy="3730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3454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034540" y="331012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roles &amp; citizen reporting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4407408" y="169164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183380" y="19431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5462" y="2145182"/>
            <a:ext cx="373075" cy="3730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79476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Hotspots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3794760" y="331012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&amp; clustering engine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6167628" y="169164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943600" y="19431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5682" y="2145182"/>
            <a:ext cx="373075" cy="37307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55498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&amp; NLP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554980" y="331012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classification &amp; sentiment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7927848" y="169164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7703820" y="1943100"/>
            <a:ext cx="777240" cy="777240"/>
          </a:xfrm>
          <a:prstGeom prst="ellipse">
            <a:avLst/>
          </a:prstGeom>
          <a:solidFill>
            <a:srgbClr val="E8602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902" y="2145182"/>
            <a:ext cx="373075" cy="37307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31520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7315200" y="331012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past events &amp; roll out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86410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-731520" y="292608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7373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85800" y="26974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coasts through collaborative intelligence — citizens, communities, and INCOIS, on one platform.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85800" y="4206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  |   [Contact Email]   |   [Institution Name]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6410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571</Words>
  <Application>Microsoft Office PowerPoint</Application>
  <PresentationFormat>On-screen Show (16:9)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Integrated Platform for Crowdsourced Ocean Hazard Reporting and Social Media Analytics</dc:title>
  <dc:subject>PptxGenJS Presentation</dc:subject>
  <dc:creator>Vicky</dc:creator>
  <cp:lastModifiedBy>vigneshv0021@outlook.com</cp:lastModifiedBy>
  <cp:revision>2</cp:revision>
  <dcterms:created xsi:type="dcterms:W3CDTF">2026-06-23T06:51:39Z</dcterms:created>
  <dcterms:modified xsi:type="dcterms:W3CDTF">2026-06-23T08:16:11Z</dcterms:modified>
</cp:coreProperties>
</file>